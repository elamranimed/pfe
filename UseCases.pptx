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630400" cy="7315200"/>
  <p:notesSz cx="9144000" cy="6858000"/>
  <p:defaultTextStyle>
    <a:defPPr>
      <a:defRPr lang="en-US"/>
    </a:defPPr>
    <a:lvl1pPr marL="0" algn="l" defTabSz="1125076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562538" algn="l" defTabSz="1125076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125076" algn="l" defTabSz="1125076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1687615" algn="l" defTabSz="1125076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2250155" algn="l" defTabSz="1125076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2812694" algn="l" defTabSz="1125076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3375231" algn="l" defTabSz="1125076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3937770" algn="l" defTabSz="1125076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4500309" algn="l" defTabSz="1125076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48" autoAdjust="0"/>
  </p:normalViewPr>
  <p:slideViewPr>
    <p:cSldViewPr>
      <p:cViewPr>
        <p:scale>
          <a:sx n="75" d="100"/>
          <a:sy n="75" d="100"/>
        </p:scale>
        <p:origin x="604" y="-16"/>
      </p:cViewPr>
      <p:guideLst>
        <p:guide orient="horz" pos="2304"/>
        <p:guide pos="46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097280" y="2272463"/>
            <a:ext cx="12435840" cy="156802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94560" y="4145280"/>
            <a:ext cx="1024128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625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7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2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52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7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79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4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5701" y="4700700"/>
            <a:ext cx="12435840" cy="1452882"/>
          </a:xfrm>
        </p:spPr>
        <p:txBody>
          <a:bodyPr anchor="t"/>
          <a:lstStyle>
            <a:lvl1pPr algn="l">
              <a:defRPr sz="49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55701" y="3100501"/>
            <a:ext cx="12435840" cy="1600200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6253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2507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68761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5015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1269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3752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93777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003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7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31520" y="1706883"/>
            <a:ext cx="6461760" cy="4827694"/>
          </a:xfrm>
        </p:spPr>
        <p:txBody>
          <a:bodyPr/>
          <a:lstStyle>
            <a:lvl1pPr>
              <a:defRPr sz="3500"/>
            </a:lvl1pPr>
            <a:lvl2pPr>
              <a:defRPr sz="29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437120" y="1706883"/>
            <a:ext cx="6461760" cy="4827694"/>
          </a:xfrm>
        </p:spPr>
        <p:txBody>
          <a:bodyPr/>
          <a:lstStyle>
            <a:lvl1pPr>
              <a:defRPr sz="3500"/>
            </a:lvl1pPr>
            <a:lvl2pPr>
              <a:defRPr sz="29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97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31520" y="1637462"/>
            <a:ext cx="6464301" cy="682413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62538" indent="0">
              <a:buNone/>
              <a:defRPr sz="2500" b="1"/>
            </a:lvl2pPr>
            <a:lvl3pPr marL="1125076" indent="0">
              <a:buNone/>
              <a:defRPr sz="2200" b="1"/>
            </a:lvl3pPr>
            <a:lvl4pPr marL="1687615" indent="0">
              <a:buNone/>
              <a:defRPr sz="2000" b="1"/>
            </a:lvl4pPr>
            <a:lvl5pPr marL="2250155" indent="0">
              <a:buNone/>
              <a:defRPr sz="2000" b="1"/>
            </a:lvl5pPr>
            <a:lvl6pPr marL="2812694" indent="0">
              <a:buNone/>
              <a:defRPr sz="2000" b="1"/>
            </a:lvl6pPr>
            <a:lvl7pPr marL="3375231" indent="0">
              <a:buNone/>
              <a:defRPr sz="2000" b="1"/>
            </a:lvl7pPr>
            <a:lvl8pPr marL="3937770" indent="0">
              <a:buNone/>
              <a:defRPr sz="2000" b="1"/>
            </a:lvl8pPr>
            <a:lvl9pPr marL="4500309" indent="0">
              <a:buNone/>
              <a:defRPr sz="2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31520" y="2319870"/>
            <a:ext cx="6464301" cy="421470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7432054" y="1637462"/>
            <a:ext cx="6466840" cy="682413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62538" indent="0">
              <a:buNone/>
              <a:defRPr sz="2500" b="1"/>
            </a:lvl2pPr>
            <a:lvl3pPr marL="1125076" indent="0">
              <a:buNone/>
              <a:defRPr sz="2200" b="1"/>
            </a:lvl3pPr>
            <a:lvl4pPr marL="1687615" indent="0">
              <a:buNone/>
              <a:defRPr sz="2000" b="1"/>
            </a:lvl4pPr>
            <a:lvl5pPr marL="2250155" indent="0">
              <a:buNone/>
              <a:defRPr sz="2000" b="1"/>
            </a:lvl5pPr>
            <a:lvl6pPr marL="2812694" indent="0">
              <a:buNone/>
              <a:defRPr sz="2000" b="1"/>
            </a:lvl6pPr>
            <a:lvl7pPr marL="3375231" indent="0">
              <a:buNone/>
              <a:defRPr sz="2000" b="1"/>
            </a:lvl7pPr>
            <a:lvl8pPr marL="3937770" indent="0">
              <a:buNone/>
              <a:defRPr sz="2000" b="1"/>
            </a:lvl8pPr>
            <a:lvl9pPr marL="4500309" indent="0">
              <a:buNone/>
              <a:defRPr sz="2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7432054" y="2319870"/>
            <a:ext cx="6466840" cy="421470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56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9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512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1531" y="291256"/>
            <a:ext cx="4813302" cy="1239520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20080" y="291261"/>
            <a:ext cx="8178800" cy="6243320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29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31531" y="1530781"/>
            <a:ext cx="4813302" cy="5003800"/>
          </a:xfrm>
        </p:spPr>
        <p:txBody>
          <a:bodyPr/>
          <a:lstStyle>
            <a:lvl1pPr marL="0" indent="0">
              <a:buNone/>
              <a:defRPr sz="1800"/>
            </a:lvl1pPr>
            <a:lvl2pPr marL="562538" indent="0">
              <a:buNone/>
              <a:defRPr sz="1500"/>
            </a:lvl2pPr>
            <a:lvl3pPr marL="1125076" indent="0">
              <a:buNone/>
              <a:defRPr sz="1200"/>
            </a:lvl3pPr>
            <a:lvl4pPr marL="1687615" indent="0">
              <a:buNone/>
              <a:defRPr sz="1100"/>
            </a:lvl4pPr>
            <a:lvl5pPr marL="2250155" indent="0">
              <a:buNone/>
              <a:defRPr sz="1100"/>
            </a:lvl5pPr>
            <a:lvl6pPr marL="2812694" indent="0">
              <a:buNone/>
              <a:defRPr sz="1100"/>
            </a:lvl6pPr>
            <a:lvl7pPr marL="3375231" indent="0">
              <a:buNone/>
              <a:defRPr sz="1100"/>
            </a:lvl7pPr>
            <a:lvl8pPr marL="3937770" indent="0">
              <a:buNone/>
              <a:defRPr sz="1100"/>
            </a:lvl8pPr>
            <a:lvl9pPr marL="4500309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81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67661" y="5120641"/>
            <a:ext cx="8778240" cy="60452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867661" y="653627"/>
            <a:ext cx="877824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62538" indent="0">
              <a:buNone/>
              <a:defRPr sz="3500"/>
            </a:lvl2pPr>
            <a:lvl3pPr marL="1125076" indent="0">
              <a:buNone/>
              <a:defRPr sz="2900"/>
            </a:lvl3pPr>
            <a:lvl4pPr marL="1687615" indent="0">
              <a:buNone/>
              <a:defRPr sz="2500"/>
            </a:lvl4pPr>
            <a:lvl5pPr marL="2250155" indent="0">
              <a:buNone/>
              <a:defRPr sz="2500"/>
            </a:lvl5pPr>
            <a:lvl6pPr marL="2812694" indent="0">
              <a:buNone/>
              <a:defRPr sz="2500"/>
            </a:lvl6pPr>
            <a:lvl7pPr marL="3375231" indent="0">
              <a:buNone/>
              <a:defRPr sz="2500"/>
            </a:lvl7pPr>
            <a:lvl8pPr marL="3937770" indent="0">
              <a:buNone/>
              <a:defRPr sz="2500"/>
            </a:lvl8pPr>
            <a:lvl9pPr marL="4500309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867661" y="5725163"/>
            <a:ext cx="8778240" cy="858520"/>
          </a:xfrm>
        </p:spPr>
        <p:txBody>
          <a:bodyPr/>
          <a:lstStyle>
            <a:lvl1pPr marL="0" indent="0">
              <a:buNone/>
              <a:defRPr sz="1800"/>
            </a:lvl1pPr>
            <a:lvl2pPr marL="562538" indent="0">
              <a:buNone/>
              <a:defRPr sz="1500"/>
            </a:lvl2pPr>
            <a:lvl3pPr marL="1125076" indent="0">
              <a:buNone/>
              <a:defRPr sz="1200"/>
            </a:lvl3pPr>
            <a:lvl4pPr marL="1687615" indent="0">
              <a:buNone/>
              <a:defRPr sz="1100"/>
            </a:lvl4pPr>
            <a:lvl5pPr marL="2250155" indent="0">
              <a:buNone/>
              <a:defRPr sz="1100"/>
            </a:lvl5pPr>
            <a:lvl6pPr marL="2812694" indent="0">
              <a:buNone/>
              <a:defRPr sz="1100"/>
            </a:lvl6pPr>
            <a:lvl7pPr marL="3375231" indent="0">
              <a:buNone/>
              <a:defRPr sz="1100"/>
            </a:lvl7pPr>
            <a:lvl8pPr marL="3937770" indent="0">
              <a:buNone/>
              <a:defRPr sz="1100"/>
            </a:lvl8pPr>
            <a:lvl9pPr marL="4500309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57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82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0607040" y="292954"/>
            <a:ext cx="3291840" cy="624162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31520" y="292954"/>
            <a:ext cx="9631680" cy="624162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7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31520" y="292947"/>
            <a:ext cx="13167360" cy="1219200"/>
          </a:xfrm>
          <a:prstGeom prst="rect">
            <a:avLst/>
          </a:prstGeom>
        </p:spPr>
        <p:txBody>
          <a:bodyPr vert="horz" lIns="112507" tIns="56254" rIns="112507" bIns="56254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31520" y="1706883"/>
            <a:ext cx="13167360" cy="4827694"/>
          </a:xfrm>
          <a:prstGeom prst="rect">
            <a:avLst/>
          </a:prstGeom>
        </p:spPr>
        <p:txBody>
          <a:bodyPr vert="horz" lIns="112507" tIns="56254" rIns="112507" bIns="56254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31520" y="6780116"/>
            <a:ext cx="3413760" cy="389467"/>
          </a:xfrm>
          <a:prstGeom prst="rect">
            <a:avLst/>
          </a:prstGeom>
        </p:spPr>
        <p:txBody>
          <a:bodyPr vert="horz" lIns="112507" tIns="56254" rIns="112507" bIns="56254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55DB9-08D3-4EB6-A985-8E32BE45E003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998720" y="6780116"/>
            <a:ext cx="4632960" cy="389467"/>
          </a:xfrm>
          <a:prstGeom prst="rect">
            <a:avLst/>
          </a:prstGeom>
        </p:spPr>
        <p:txBody>
          <a:bodyPr vert="horz" lIns="112507" tIns="56254" rIns="112507" bIns="56254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485120" y="6780116"/>
            <a:ext cx="3413760" cy="389467"/>
          </a:xfrm>
          <a:prstGeom prst="rect">
            <a:avLst/>
          </a:prstGeom>
        </p:spPr>
        <p:txBody>
          <a:bodyPr vert="horz" lIns="112507" tIns="56254" rIns="112507" bIns="56254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9C589-291E-4E88-B7E1-F88E5FCC50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25076" rtl="0" eaLnBrk="1" latinLnBrk="0" hangingPunct="1"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1904" indent="-421904" algn="l" defTabSz="1125076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14125" indent="-351586" algn="l" defTabSz="1125076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06346" indent="-281270" algn="l" defTabSz="1125076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68885" indent="-281270" algn="l" defTabSz="1125076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31423" indent="-281270" algn="l" defTabSz="1125076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093962" indent="-281270" algn="l" defTabSz="1125076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500" indent="-281270" algn="l" defTabSz="1125076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19039" indent="-281270" algn="l" defTabSz="1125076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781579" indent="-281270" algn="l" defTabSz="1125076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076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62538" algn="l" defTabSz="1125076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25076" algn="l" defTabSz="1125076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87615" algn="l" defTabSz="1125076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50155" algn="l" defTabSz="1125076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12694" algn="l" defTabSz="1125076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75231" algn="l" defTabSz="1125076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37770" algn="l" defTabSz="1125076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00309" algn="l" defTabSz="1125076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Ellipse 349">
            <a:extLst>
              <a:ext uri="{FF2B5EF4-FFF2-40B4-BE49-F238E27FC236}">
                <a16:creationId xmlns:a16="http://schemas.microsoft.com/office/drawing/2014/main" xmlns="" id="{354C952B-AB4A-FB27-37F2-1BC422CFD7D9}"/>
              </a:ext>
            </a:extLst>
          </p:cNvPr>
          <p:cNvSpPr/>
          <p:nvPr/>
        </p:nvSpPr>
        <p:spPr>
          <a:xfrm>
            <a:off x="4291528" y="1066800"/>
            <a:ext cx="1343396" cy="805416"/>
          </a:xfrm>
          <a:prstGeom prst="ellipse">
            <a:avLst/>
          </a:prstGeom>
          <a:solidFill>
            <a:srgbClr val="F05855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000" smtClean="0">
                <a:solidFill>
                  <a:schemeClr val="tx1"/>
                </a:solidFill>
              </a:rPr>
              <a:t>Envoyer Demande /Réclamation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352" name="Ellipse 351">
            <a:extLst>
              <a:ext uri="{FF2B5EF4-FFF2-40B4-BE49-F238E27FC236}">
                <a16:creationId xmlns:a16="http://schemas.microsoft.com/office/drawing/2014/main" xmlns="" id="{1863B919-0EFA-E55A-F429-F518FAB75769}"/>
              </a:ext>
            </a:extLst>
          </p:cNvPr>
          <p:cNvSpPr/>
          <p:nvPr/>
        </p:nvSpPr>
        <p:spPr>
          <a:xfrm>
            <a:off x="4420100" y="2528932"/>
            <a:ext cx="1214823" cy="676780"/>
          </a:xfrm>
          <a:prstGeom prst="ellipse">
            <a:avLst/>
          </a:prstGeom>
          <a:solidFill>
            <a:srgbClr val="F05855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200" smtClean="0">
                <a:solidFill>
                  <a:schemeClr val="tx1"/>
                </a:solidFill>
              </a:rPr>
              <a:t>Lire la liste des bureaux</a:t>
            </a:r>
            <a:endParaRPr sz="1200">
              <a:solidFill>
                <a:schemeClr val="tx1"/>
              </a:solidFill>
            </a:endParaRPr>
          </a:p>
        </p:txBody>
      </p:sp>
      <p:pic>
        <p:nvPicPr>
          <p:cNvPr id="353" name="Graphic 14">
            <a:extLst>
              <a:ext uri="{FF2B5EF4-FFF2-40B4-BE49-F238E27FC236}">
                <a16:creationId xmlns:a16="http://schemas.microsoft.com/office/drawing/2014/main" xmlns="" id="{AAB7245F-27C5-2749-614F-D43B6A1B0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72723" y="2033699"/>
            <a:ext cx="605001" cy="1252246"/>
          </a:xfrm>
          <a:prstGeom prst="rect">
            <a:avLst/>
          </a:prstGeom>
        </p:spPr>
      </p:pic>
      <p:sp>
        <p:nvSpPr>
          <p:cNvPr id="354" name="Ellipse 353">
            <a:extLst>
              <a:ext uri="{FF2B5EF4-FFF2-40B4-BE49-F238E27FC236}">
                <a16:creationId xmlns:a16="http://schemas.microsoft.com/office/drawing/2014/main" xmlns="" id="{0C93492F-B1BF-954A-3795-D9D7ED7165AC}"/>
              </a:ext>
            </a:extLst>
          </p:cNvPr>
          <p:cNvSpPr/>
          <p:nvPr/>
        </p:nvSpPr>
        <p:spPr>
          <a:xfrm>
            <a:off x="4420101" y="3822935"/>
            <a:ext cx="1214823" cy="731795"/>
          </a:xfrm>
          <a:prstGeom prst="ellipse">
            <a:avLst/>
          </a:prstGeom>
          <a:solidFill>
            <a:srgbClr val="F05855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200" smtClean="0">
                <a:solidFill>
                  <a:schemeClr val="tx1"/>
                </a:solidFill>
              </a:rPr>
              <a:t>Cosnulter les  paiments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355" name="Ellipse 354">
            <a:extLst>
              <a:ext uri="{FF2B5EF4-FFF2-40B4-BE49-F238E27FC236}">
                <a16:creationId xmlns:a16="http://schemas.microsoft.com/office/drawing/2014/main" xmlns="" id="{1677C93C-759C-BB4C-0E43-FC8DE37851DB}"/>
              </a:ext>
            </a:extLst>
          </p:cNvPr>
          <p:cNvSpPr/>
          <p:nvPr/>
        </p:nvSpPr>
        <p:spPr>
          <a:xfrm>
            <a:off x="7086600" y="2411476"/>
            <a:ext cx="1372109" cy="85558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05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000" b="1" err="1">
                <a:solidFill>
                  <a:schemeClr val="tx1"/>
                </a:solidFill>
              </a:rPr>
              <a:t>S’authentifier</a:t>
            </a:r>
            <a:endParaRPr sz="1000" b="1">
              <a:solidFill>
                <a:schemeClr val="tx1"/>
              </a:solidFill>
            </a:endParaRPr>
          </a:p>
        </p:txBody>
      </p:sp>
      <p:cxnSp>
        <p:nvCxnSpPr>
          <p:cNvPr id="357" name="Straight Arrow Connector 19">
            <a:extLst>
              <a:ext uri="{FF2B5EF4-FFF2-40B4-BE49-F238E27FC236}">
                <a16:creationId xmlns:a16="http://schemas.microsoft.com/office/drawing/2014/main" xmlns="" id="{BA1CBFD5-0618-6AB1-2EC9-0BF162815BA7}"/>
              </a:ext>
            </a:extLst>
          </p:cNvPr>
          <p:cNvCxnSpPr>
            <a:cxnSpLocks/>
          </p:cNvCxnSpPr>
          <p:nvPr/>
        </p:nvCxnSpPr>
        <p:spPr>
          <a:xfrm flipV="1">
            <a:off x="2213173" y="1447800"/>
            <a:ext cx="2042757" cy="1330099"/>
          </a:xfrm>
          <a:prstGeom prst="straightConnector1">
            <a:avLst/>
          </a:prstGeom>
          <a:ln>
            <a:solidFill>
              <a:srgbClr val="F05855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Arrow Connector 30">
            <a:extLst>
              <a:ext uri="{FF2B5EF4-FFF2-40B4-BE49-F238E27FC236}">
                <a16:creationId xmlns:a16="http://schemas.microsoft.com/office/drawing/2014/main" xmlns="" id="{224A337D-5089-FCC1-625A-A3D40801BC06}"/>
              </a:ext>
            </a:extLst>
          </p:cNvPr>
          <p:cNvCxnSpPr>
            <a:cxnSpLocks/>
            <a:stCxn id="352" idx="6"/>
            <a:endCxn id="355" idx="2"/>
          </p:cNvCxnSpPr>
          <p:nvPr/>
        </p:nvCxnSpPr>
        <p:spPr>
          <a:xfrm flipV="1">
            <a:off x="5634923" y="2839268"/>
            <a:ext cx="1451677" cy="28054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Arrow Connector 33">
            <a:extLst>
              <a:ext uri="{FF2B5EF4-FFF2-40B4-BE49-F238E27FC236}">
                <a16:creationId xmlns:a16="http://schemas.microsoft.com/office/drawing/2014/main" xmlns="" id="{6AD81DAB-B38A-1ECD-BAD6-D4A3F248C995}"/>
              </a:ext>
            </a:extLst>
          </p:cNvPr>
          <p:cNvCxnSpPr>
            <a:cxnSpLocks/>
            <a:stCxn id="354" idx="6"/>
          </p:cNvCxnSpPr>
          <p:nvPr/>
        </p:nvCxnSpPr>
        <p:spPr>
          <a:xfrm flipV="1">
            <a:off x="5634924" y="3205713"/>
            <a:ext cx="1738104" cy="98312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59">
            <a:extLst>
              <a:ext uri="{FF2B5EF4-FFF2-40B4-BE49-F238E27FC236}">
                <a16:creationId xmlns:a16="http://schemas.microsoft.com/office/drawing/2014/main" xmlns="" id="{AC465D98-8730-D4DE-26A1-CA1DB6FC864A}"/>
              </a:ext>
            </a:extLst>
          </p:cNvPr>
          <p:cNvCxnSpPr>
            <a:cxnSpLocks/>
            <a:endCxn id="355" idx="1"/>
          </p:cNvCxnSpPr>
          <p:nvPr/>
        </p:nvCxnSpPr>
        <p:spPr>
          <a:xfrm>
            <a:off x="5634924" y="1447800"/>
            <a:ext cx="1652617" cy="1088973"/>
          </a:xfrm>
          <a:prstGeom prst="line">
            <a:avLst/>
          </a:prstGeom>
          <a:ln>
            <a:solidFill>
              <a:srgbClr val="C00000"/>
            </a:solidFill>
            <a:prstDash val="dash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TextBox 64">
            <a:extLst>
              <a:ext uri="{FF2B5EF4-FFF2-40B4-BE49-F238E27FC236}">
                <a16:creationId xmlns:a16="http://schemas.microsoft.com/office/drawing/2014/main" xmlns="" id="{23A9FDCB-A470-3287-6AB1-5B9B9F6C8D1B}"/>
              </a:ext>
            </a:extLst>
          </p:cNvPr>
          <p:cNvSpPr txBox="1"/>
          <p:nvPr/>
        </p:nvSpPr>
        <p:spPr>
          <a:xfrm>
            <a:off x="6185888" y="3661321"/>
            <a:ext cx="672622" cy="2000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">
                <a:highlight>
                  <a:srgbClr val="C0C0C0"/>
                </a:highlight>
                <a:latin typeface="Annotation Mono Light" pitchFamily="1" charset="0"/>
                <a:ea typeface="IBM 3270" panose="02000509000000000000" pitchFamily="49" charset="0"/>
                <a:cs typeface="IBM 3270" panose="02000509000000000000" pitchFamily="49" charset="0"/>
              </a:rPr>
              <a:t>&lt;&lt;include&gt;&gt;</a:t>
            </a:r>
          </a:p>
        </p:txBody>
      </p:sp>
      <p:sp>
        <p:nvSpPr>
          <p:cNvPr id="363" name="TextBox 65">
            <a:extLst>
              <a:ext uri="{FF2B5EF4-FFF2-40B4-BE49-F238E27FC236}">
                <a16:creationId xmlns:a16="http://schemas.microsoft.com/office/drawing/2014/main" xmlns="" id="{035108F2-2637-D3BB-7A11-CB7EB6EF621C}"/>
              </a:ext>
            </a:extLst>
          </p:cNvPr>
          <p:cNvSpPr txBox="1"/>
          <p:nvPr/>
        </p:nvSpPr>
        <p:spPr>
          <a:xfrm>
            <a:off x="6047012" y="2777899"/>
            <a:ext cx="838709" cy="2000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" smtClean="0">
                <a:highlight>
                  <a:srgbClr val="C0C0C0"/>
                </a:highlight>
                <a:latin typeface="Annotation Mono Light" pitchFamily="1" charset="0"/>
                <a:ea typeface="IBM 3270" panose="02000509000000000000" pitchFamily="49" charset="0"/>
                <a:cs typeface="IBM 3270" panose="02000509000000000000" pitchFamily="49" charset="0"/>
              </a:rPr>
              <a:t>&lt;&lt;include&gt;&gt;</a:t>
            </a:r>
            <a:endParaRPr lang="en-US" sz="700">
              <a:highlight>
                <a:srgbClr val="C0C0C0"/>
              </a:highlight>
              <a:latin typeface="Annotation Mono Light" pitchFamily="1" charset="0"/>
              <a:ea typeface="IBM 3270" panose="02000509000000000000" pitchFamily="49" charset="0"/>
              <a:cs typeface="IBM 3270" panose="02000509000000000000" pitchFamily="49" charset="0"/>
            </a:endParaRPr>
          </a:p>
        </p:txBody>
      </p:sp>
      <p:sp>
        <p:nvSpPr>
          <p:cNvPr id="364" name="TextBox 67">
            <a:extLst>
              <a:ext uri="{FF2B5EF4-FFF2-40B4-BE49-F238E27FC236}">
                <a16:creationId xmlns:a16="http://schemas.microsoft.com/office/drawing/2014/main" xmlns="" id="{C2EBE3C7-5731-5FE0-8772-192A8E7297E6}"/>
              </a:ext>
            </a:extLst>
          </p:cNvPr>
          <p:cNvSpPr txBox="1"/>
          <p:nvPr/>
        </p:nvSpPr>
        <p:spPr>
          <a:xfrm>
            <a:off x="6130057" y="1928183"/>
            <a:ext cx="672620" cy="2000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">
                <a:highlight>
                  <a:srgbClr val="C0C0C0"/>
                </a:highlight>
                <a:latin typeface="Annotation Mono Light" pitchFamily="1" charset="0"/>
                <a:ea typeface="IBM 3270" panose="02000509000000000000" pitchFamily="49" charset="0"/>
                <a:cs typeface="IBM 3270" panose="02000509000000000000" pitchFamily="49" charset="0"/>
              </a:rPr>
              <a:t>&lt;&lt;include&gt;&gt;</a:t>
            </a:r>
          </a:p>
        </p:txBody>
      </p:sp>
      <p:cxnSp>
        <p:nvCxnSpPr>
          <p:cNvPr id="373" name="Straight Arrow Connector 19">
            <a:extLst>
              <a:ext uri="{FF2B5EF4-FFF2-40B4-BE49-F238E27FC236}">
                <a16:creationId xmlns:a16="http://schemas.microsoft.com/office/drawing/2014/main" xmlns="" id="{EACCF6CB-7EF7-2C8D-D299-D552E2860B6A}"/>
              </a:ext>
            </a:extLst>
          </p:cNvPr>
          <p:cNvCxnSpPr>
            <a:cxnSpLocks/>
            <a:endCxn id="352" idx="2"/>
          </p:cNvCxnSpPr>
          <p:nvPr/>
        </p:nvCxnSpPr>
        <p:spPr>
          <a:xfrm flipV="1">
            <a:off x="2213173" y="2867322"/>
            <a:ext cx="2206927" cy="36700"/>
          </a:xfrm>
          <a:prstGeom prst="straightConnector1">
            <a:avLst/>
          </a:prstGeom>
          <a:ln>
            <a:solidFill>
              <a:srgbClr val="F05855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19">
            <a:extLst>
              <a:ext uri="{FF2B5EF4-FFF2-40B4-BE49-F238E27FC236}">
                <a16:creationId xmlns:a16="http://schemas.microsoft.com/office/drawing/2014/main" xmlns="" id="{141784EF-AB66-46D3-F122-4CC20AF6A51C}"/>
              </a:ext>
            </a:extLst>
          </p:cNvPr>
          <p:cNvCxnSpPr>
            <a:cxnSpLocks/>
            <a:endCxn id="354" idx="2"/>
          </p:cNvCxnSpPr>
          <p:nvPr/>
        </p:nvCxnSpPr>
        <p:spPr>
          <a:xfrm>
            <a:off x="2213173" y="3028174"/>
            <a:ext cx="2206928" cy="1160659"/>
          </a:xfrm>
          <a:prstGeom prst="straightConnector1">
            <a:avLst/>
          </a:prstGeom>
          <a:ln>
            <a:solidFill>
              <a:srgbClr val="F05855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ZoneTexte 374">
            <a:extLst>
              <a:ext uri="{FF2B5EF4-FFF2-40B4-BE49-F238E27FC236}">
                <a16:creationId xmlns:a16="http://schemas.microsoft.com/office/drawing/2014/main" xmlns="" id="{C1D0AF48-78B5-1215-36C1-240CFE107937}"/>
              </a:ext>
            </a:extLst>
          </p:cNvPr>
          <p:cNvSpPr txBox="1"/>
          <p:nvPr/>
        </p:nvSpPr>
        <p:spPr>
          <a:xfrm>
            <a:off x="914400" y="3507433"/>
            <a:ext cx="16286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smtClean="0">
                <a:latin typeface="Luxi Mono" panose="02060609050000000000" pitchFamily="49" charset="0"/>
              </a:rPr>
              <a:t>Responsables/ Consièrge</a:t>
            </a:r>
            <a:endParaRPr lang="fr-MA" sz="1300">
              <a:latin typeface="Luxi Mono" panose="02060609050000000000" pitchFamily="49" charset="0"/>
            </a:endParaRPr>
          </a:p>
        </p:txBody>
      </p:sp>
      <p:sp>
        <p:nvSpPr>
          <p:cNvPr id="376" name="Ellipse 375">
            <a:extLst>
              <a:ext uri="{FF2B5EF4-FFF2-40B4-BE49-F238E27FC236}">
                <a16:creationId xmlns:a16="http://schemas.microsoft.com/office/drawing/2014/main" xmlns="" id="{717EA9BA-A612-B0B6-89FC-96F86352BA74}"/>
              </a:ext>
            </a:extLst>
          </p:cNvPr>
          <p:cNvSpPr/>
          <p:nvPr/>
        </p:nvSpPr>
        <p:spPr>
          <a:xfrm>
            <a:off x="9830091" y="2005780"/>
            <a:ext cx="1160114" cy="737402"/>
          </a:xfrm>
          <a:prstGeom prst="ellipse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200" smtClean="0">
                <a:solidFill>
                  <a:schemeClr val="tx1"/>
                </a:solidFill>
              </a:rPr>
              <a:t>Lire une demande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377" name="Ellipse 376">
            <a:extLst>
              <a:ext uri="{FF2B5EF4-FFF2-40B4-BE49-F238E27FC236}">
                <a16:creationId xmlns:a16="http://schemas.microsoft.com/office/drawing/2014/main" xmlns="" id="{EB6CA906-288D-5D2C-8B4F-F2A846EEBC1E}"/>
              </a:ext>
            </a:extLst>
          </p:cNvPr>
          <p:cNvSpPr/>
          <p:nvPr/>
        </p:nvSpPr>
        <p:spPr>
          <a:xfrm>
            <a:off x="9905793" y="2909700"/>
            <a:ext cx="1064885" cy="714718"/>
          </a:xfrm>
          <a:prstGeom prst="ellipse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000" smtClean="0">
                <a:solidFill>
                  <a:schemeClr val="tx1"/>
                </a:solidFill>
              </a:rPr>
              <a:t>Gérer  </a:t>
            </a:r>
            <a:r>
              <a:rPr lang="en-US" sz="1000">
                <a:solidFill>
                  <a:schemeClr val="tx1"/>
                </a:solidFill>
              </a:rPr>
              <a:t>l</a:t>
            </a:r>
            <a:r>
              <a:rPr lang="en-US" sz="1000" smtClean="0">
                <a:solidFill>
                  <a:schemeClr val="tx1"/>
                </a:solidFill>
              </a:rPr>
              <a:t>es </a:t>
            </a:r>
            <a:r>
              <a:rPr lang="en-US" sz="1000" err="1">
                <a:solidFill>
                  <a:schemeClr val="tx1"/>
                </a:solidFill>
              </a:rPr>
              <a:t>profils</a:t>
            </a:r>
            <a:r>
              <a:rPr lang="en-US" sz="1000">
                <a:solidFill>
                  <a:schemeClr val="tx1"/>
                </a:solidFill>
              </a:rPr>
              <a:t> </a:t>
            </a:r>
            <a:endParaRPr sz="1000">
              <a:solidFill>
                <a:schemeClr val="tx1"/>
              </a:solidFill>
            </a:endParaRPr>
          </a:p>
        </p:txBody>
      </p:sp>
      <p:cxnSp>
        <p:nvCxnSpPr>
          <p:cNvPr id="378" name="Straight Arrow Connector 30">
            <a:extLst>
              <a:ext uri="{FF2B5EF4-FFF2-40B4-BE49-F238E27FC236}">
                <a16:creationId xmlns:a16="http://schemas.microsoft.com/office/drawing/2014/main" xmlns="" id="{CFD7B907-FC2A-031C-160A-AF1E57D3BEC3}"/>
              </a:ext>
            </a:extLst>
          </p:cNvPr>
          <p:cNvCxnSpPr>
            <a:cxnSpLocks/>
            <a:endCxn id="377" idx="6"/>
          </p:cNvCxnSpPr>
          <p:nvPr/>
        </p:nvCxnSpPr>
        <p:spPr>
          <a:xfrm flipH="1" flipV="1">
            <a:off x="10970678" y="3267059"/>
            <a:ext cx="1105686" cy="30824"/>
          </a:xfrm>
          <a:prstGeom prst="straightConnector1">
            <a:avLst/>
          </a:prstGeom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9" name="Straight Arrow Connector 31">
            <a:extLst>
              <a:ext uri="{FF2B5EF4-FFF2-40B4-BE49-F238E27FC236}">
                <a16:creationId xmlns:a16="http://schemas.microsoft.com/office/drawing/2014/main" xmlns="" id="{18ED94CD-5AF0-E98A-61F0-2BC19D0834CE}"/>
              </a:ext>
            </a:extLst>
          </p:cNvPr>
          <p:cNvCxnSpPr>
            <a:cxnSpLocks/>
          </p:cNvCxnSpPr>
          <p:nvPr/>
        </p:nvCxnSpPr>
        <p:spPr>
          <a:xfrm flipH="1">
            <a:off x="11018831" y="3499153"/>
            <a:ext cx="1057533" cy="647565"/>
          </a:xfrm>
          <a:prstGeom prst="straightConnector1">
            <a:avLst/>
          </a:prstGeom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0" name="Straight Arrow Connector 38">
            <a:extLst>
              <a:ext uri="{FF2B5EF4-FFF2-40B4-BE49-F238E27FC236}">
                <a16:creationId xmlns:a16="http://schemas.microsoft.com/office/drawing/2014/main" xmlns="" id="{7332268D-4FE1-5366-9C7A-A0FF70BD9647}"/>
              </a:ext>
            </a:extLst>
          </p:cNvPr>
          <p:cNvCxnSpPr>
            <a:cxnSpLocks/>
            <a:endCxn id="355" idx="6"/>
          </p:cNvCxnSpPr>
          <p:nvPr/>
        </p:nvCxnSpPr>
        <p:spPr>
          <a:xfrm flipH="1" flipV="1">
            <a:off x="8458709" y="2839268"/>
            <a:ext cx="1403678" cy="338854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1" name="Straight Arrow Connector 59">
            <a:extLst>
              <a:ext uri="{FF2B5EF4-FFF2-40B4-BE49-F238E27FC236}">
                <a16:creationId xmlns:a16="http://schemas.microsoft.com/office/drawing/2014/main" xmlns="" id="{3B70811F-12F7-8EEC-C2CB-D5F1049F70F2}"/>
              </a:ext>
            </a:extLst>
          </p:cNvPr>
          <p:cNvCxnSpPr>
            <a:endCxn id="355" idx="7"/>
          </p:cNvCxnSpPr>
          <p:nvPr/>
        </p:nvCxnSpPr>
        <p:spPr>
          <a:xfrm flipH="1">
            <a:off x="8257768" y="2411476"/>
            <a:ext cx="1577584" cy="125297"/>
          </a:xfrm>
          <a:prstGeom prst="straightConnector1">
            <a:avLst/>
          </a:prstGeom>
          <a:ln w="9525" cap="sq" cmpd="sng" algn="ctr">
            <a:solidFill>
              <a:schemeClr val="accent1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2" name="TextBox 61">
            <a:extLst>
              <a:ext uri="{FF2B5EF4-FFF2-40B4-BE49-F238E27FC236}">
                <a16:creationId xmlns:a16="http://schemas.microsoft.com/office/drawing/2014/main" xmlns="" id="{92067BBD-E054-6C71-75CD-B8EB920A660E}"/>
              </a:ext>
            </a:extLst>
          </p:cNvPr>
          <p:cNvSpPr txBox="1"/>
          <p:nvPr/>
        </p:nvSpPr>
        <p:spPr>
          <a:xfrm>
            <a:off x="8958646" y="2978065"/>
            <a:ext cx="737849" cy="2000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">
                <a:highlight>
                  <a:srgbClr val="C0C0C0"/>
                </a:highlight>
                <a:latin typeface="Annotation Mono Light" pitchFamily="1" charset="0"/>
                <a:ea typeface="IBM 3270" panose="02000509000000000000" pitchFamily="49" charset="0"/>
                <a:cs typeface="IBM 3270" panose="02000509000000000000" pitchFamily="49" charset="0"/>
              </a:rPr>
              <a:t>&lt;&lt;include&gt;&gt;</a:t>
            </a:r>
          </a:p>
        </p:txBody>
      </p:sp>
      <p:pic>
        <p:nvPicPr>
          <p:cNvPr id="383" name="Image 382">
            <a:extLst>
              <a:ext uri="{FF2B5EF4-FFF2-40B4-BE49-F238E27FC236}">
                <a16:creationId xmlns:a16="http://schemas.microsoft.com/office/drawing/2014/main" xmlns="" id="{E87C71F5-C676-1E30-A4C6-1AE165411E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4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8596" y="2742104"/>
            <a:ext cx="800444" cy="836240"/>
          </a:xfrm>
          <a:prstGeom prst="rect">
            <a:avLst/>
          </a:prstGeom>
        </p:spPr>
      </p:pic>
      <p:sp>
        <p:nvSpPr>
          <p:cNvPr id="384" name="TextBox 61">
            <a:extLst>
              <a:ext uri="{FF2B5EF4-FFF2-40B4-BE49-F238E27FC236}">
                <a16:creationId xmlns:a16="http://schemas.microsoft.com/office/drawing/2014/main" xmlns="" id="{8FD19F10-3991-77A6-680D-CBACB6E6387F}"/>
              </a:ext>
            </a:extLst>
          </p:cNvPr>
          <p:cNvSpPr txBox="1"/>
          <p:nvPr/>
        </p:nvSpPr>
        <p:spPr>
          <a:xfrm>
            <a:off x="8959770" y="2428905"/>
            <a:ext cx="735602" cy="2000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">
                <a:highlight>
                  <a:srgbClr val="C0C0C0"/>
                </a:highlight>
                <a:latin typeface="Annotation Mono Light" pitchFamily="1" charset="0"/>
                <a:ea typeface="IBM 3270" panose="02000509000000000000" pitchFamily="49" charset="0"/>
                <a:cs typeface="IBM 3270" panose="02000509000000000000" pitchFamily="49" charset="0"/>
              </a:rPr>
              <a:t>&lt;&lt;include&gt;&gt;</a:t>
            </a:r>
          </a:p>
        </p:txBody>
      </p:sp>
      <p:cxnSp>
        <p:nvCxnSpPr>
          <p:cNvPr id="385" name="Straight Arrow Connector 30">
            <a:extLst>
              <a:ext uri="{FF2B5EF4-FFF2-40B4-BE49-F238E27FC236}">
                <a16:creationId xmlns:a16="http://schemas.microsoft.com/office/drawing/2014/main" xmlns="" id="{CFD7B907-FC2A-031C-160A-AF1E57D3BEC3}"/>
              </a:ext>
            </a:extLst>
          </p:cNvPr>
          <p:cNvCxnSpPr>
            <a:cxnSpLocks/>
            <a:endCxn id="376" idx="6"/>
          </p:cNvCxnSpPr>
          <p:nvPr/>
        </p:nvCxnSpPr>
        <p:spPr>
          <a:xfrm flipH="1" flipV="1">
            <a:off x="10990205" y="2374481"/>
            <a:ext cx="1080898" cy="654966"/>
          </a:xfrm>
          <a:prstGeom prst="straightConnector1">
            <a:avLst/>
          </a:prstGeom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6" name="Ellipse 385"/>
          <p:cNvSpPr/>
          <p:nvPr/>
        </p:nvSpPr>
        <p:spPr>
          <a:xfrm>
            <a:off x="9862387" y="3753653"/>
            <a:ext cx="1156444" cy="710355"/>
          </a:xfrm>
          <a:prstGeom prst="ellipse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000" smtClean="0">
                <a:solidFill>
                  <a:schemeClr val="tx1"/>
                </a:solidFill>
              </a:rPr>
              <a:t>Gérer les bureaux</a:t>
            </a:r>
            <a:endParaRPr sz="1000">
              <a:solidFill>
                <a:schemeClr val="tx1"/>
              </a:solidFill>
            </a:endParaRPr>
          </a:p>
        </p:txBody>
      </p:sp>
      <p:cxnSp>
        <p:nvCxnSpPr>
          <p:cNvPr id="387" name="Straight Connector 47">
            <a:extLst>
              <a:ext uri="{FF2B5EF4-FFF2-40B4-BE49-F238E27FC236}">
                <a16:creationId xmlns:a16="http://schemas.microsoft.com/office/drawing/2014/main" xmlns="" id="{72A58496-17C5-2C45-4A1B-6DDAE56F95E4}"/>
              </a:ext>
            </a:extLst>
          </p:cNvPr>
          <p:cNvCxnSpPr>
            <a:cxnSpLocks/>
          </p:cNvCxnSpPr>
          <p:nvPr/>
        </p:nvCxnSpPr>
        <p:spPr>
          <a:xfrm>
            <a:off x="8366646" y="3028174"/>
            <a:ext cx="1472140" cy="712249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8" name="TextBox 61">
            <a:extLst>
              <a:ext uri="{FF2B5EF4-FFF2-40B4-BE49-F238E27FC236}">
                <a16:creationId xmlns:a16="http://schemas.microsoft.com/office/drawing/2014/main" xmlns="" id="{CA5B98F5-5703-EB76-E547-B42915F486D2}"/>
              </a:ext>
            </a:extLst>
          </p:cNvPr>
          <p:cNvSpPr txBox="1"/>
          <p:nvPr/>
        </p:nvSpPr>
        <p:spPr>
          <a:xfrm>
            <a:off x="8878450" y="3410225"/>
            <a:ext cx="735602" cy="2000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">
                <a:highlight>
                  <a:srgbClr val="C0C0C0"/>
                </a:highlight>
                <a:latin typeface="Annotation Mono Light" pitchFamily="1" charset="0"/>
                <a:ea typeface="IBM 3270" panose="02000509000000000000" pitchFamily="49" charset="0"/>
                <a:cs typeface="IBM 3270" panose="02000509000000000000" pitchFamily="49" charset="0"/>
              </a:rPr>
              <a:t>&lt;&lt;include&gt;&gt;</a:t>
            </a:r>
          </a:p>
        </p:txBody>
      </p:sp>
      <p:sp>
        <p:nvSpPr>
          <p:cNvPr id="389" name="Ellipse 388"/>
          <p:cNvSpPr/>
          <p:nvPr/>
        </p:nvSpPr>
        <p:spPr>
          <a:xfrm>
            <a:off x="9229458" y="5181600"/>
            <a:ext cx="1050281" cy="527284"/>
          </a:xfrm>
          <a:prstGeom prst="ellipse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000" smtClean="0">
                <a:solidFill>
                  <a:schemeClr val="tx1"/>
                </a:solidFill>
              </a:rPr>
              <a:t>Ajouter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390" name="Ellipse 389"/>
          <p:cNvSpPr/>
          <p:nvPr/>
        </p:nvSpPr>
        <p:spPr>
          <a:xfrm>
            <a:off x="10549595" y="5181600"/>
            <a:ext cx="1130953" cy="530360"/>
          </a:xfrm>
          <a:prstGeom prst="ellipse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000" smtClean="0">
                <a:solidFill>
                  <a:schemeClr val="tx1"/>
                </a:solidFill>
              </a:rPr>
              <a:t>Supprimer</a:t>
            </a:r>
            <a:endParaRPr sz="1000">
              <a:solidFill>
                <a:schemeClr val="tx1"/>
              </a:solidFill>
            </a:endParaRPr>
          </a:p>
        </p:txBody>
      </p:sp>
      <p:cxnSp>
        <p:nvCxnSpPr>
          <p:cNvPr id="391" name="Straight Arrow Connector 59">
            <a:extLst>
              <a:ext uri="{FF2B5EF4-FFF2-40B4-BE49-F238E27FC236}">
                <a16:creationId xmlns:a16="http://schemas.microsoft.com/office/drawing/2014/main" xmlns="" id="{3B70811F-12F7-8EEC-C2CB-D5F1049F70F2}"/>
              </a:ext>
            </a:extLst>
          </p:cNvPr>
          <p:cNvCxnSpPr/>
          <p:nvPr/>
        </p:nvCxnSpPr>
        <p:spPr>
          <a:xfrm flipV="1">
            <a:off x="9905793" y="4464009"/>
            <a:ext cx="373946" cy="71759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2" name="Straight Arrow Connector 59">
            <a:extLst>
              <a:ext uri="{FF2B5EF4-FFF2-40B4-BE49-F238E27FC236}">
                <a16:creationId xmlns:a16="http://schemas.microsoft.com/office/drawing/2014/main" xmlns="" id="{3B70811F-12F7-8EEC-C2CB-D5F1049F70F2}"/>
              </a:ext>
            </a:extLst>
          </p:cNvPr>
          <p:cNvCxnSpPr>
            <a:stCxn id="390" idx="0"/>
          </p:cNvCxnSpPr>
          <p:nvPr/>
        </p:nvCxnSpPr>
        <p:spPr>
          <a:xfrm flipH="1" flipV="1">
            <a:off x="10669642" y="4433231"/>
            <a:ext cx="445430" cy="74836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3" name="TextBox 68">
            <a:extLst>
              <a:ext uri="{FF2B5EF4-FFF2-40B4-BE49-F238E27FC236}">
                <a16:creationId xmlns:a16="http://schemas.microsoft.com/office/drawing/2014/main" xmlns="" id="{945A744E-75A4-6CFB-1150-54BC3D0B6BB6}"/>
              </a:ext>
            </a:extLst>
          </p:cNvPr>
          <p:cNvSpPr txBox="1"/>
          <p:nvPr/>
        </p:nvSpPr>
        <p:spPr>
          <a:xfrm>
            <a:off x="10549595" y="4709852"/>
            <a:ext cx="735602" cy="2000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">
                <a:highlight>
                  <a:srgbClr val="C0C0C0"/>
                </a:highlight>
                <a:latin typeface="Annotation Mono Light" pitchFamily="1" charset="0"/>
                <a:ea typeface="IBM 3270" panose="02000509000000000000" pitchFamily="49" charset="0"/>
                <a:cs typeface="IBM 3270" panose="02000509000000000000" pitchFamily="49" charset="0"/>
              </a:rPr>
              <a:t>&lt;&lt;extend&gt;&gt;</a:t>
            </a:r>
          </a:p>
        </p:txBody>
      </p:sp>
      <p:sp>
        <p:nvSpPr>
          <p:cNvPr id="394" name="TextBox 68">
            <a:extLst>
              <a:ext uri="{FF2B5EF4-FFF2-40B4-BE49-F238E27FC236}">
                <a16:creationId xmlns:a16="http://schemas.microsoft.com/office/drawing/2014/main" xmlns="" id="{3B24889A-1688-4A78-E477-36693C07584F}"/>
              </a:ext>
            </a:extLst>
          </p:cNvPr>
          <p:cNvSpPr txBox="1"/>
          <p:nvPr/>
        </p:nvSpPr>
        <p:spPr>
          <a:xfrm>
            <a:off x="9714192" y="4709852"/>
            <a:ext cx="735602" cy="2000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">
                <a:highlight>
                  <a:srgbClr val="C0C0C0"/>
                </a:highlight>
                <a:latin typeface="Annotation Mono Light" pitchFamily="1" charset="0"/>
                <a:ea typeface="IBM 3270" panose="02000509000000000000" pitchFamily="49" charset="0"/>
                <a:cs typeface="IBM 3270" panose="02000509000000000000" pitchFamily="49" charset="0"/>
              </a:rPr>
              <a:t>&lt;&lt;extend&gt;&gt;</a:t>
            </a:r>
          </a:p>
        </p:txBody>
      </p:sp>
      <p:sp>
        <p:nvSpPr>
          <p:cNvPr id="395" name="ZoneTexte 394">
            <a:extLst>
              <a:ext uri="{FF2B5EF4-FFF2-40B4-BE49-F238E27FC236}">
                <a16:creationId xmlns:a16="http://schemas.microsoft.com/office/drawing/2014/main" xmlns="" id="{8244BD86-181D-C598-0977-3A01F036BDEC}"/>
              </a:ext>
            </a:extLst>
          </p:cNvPr>
          <p:cNvSpPr txBox="1"/>
          <p:nvPr/>
        </p:nvSpPr>
        <p:spPr>
          <a:xfrm>
            <a:off x="12238596" y="3815209"/>
            <a:ext cx="800444" cy="50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smtClean="0">
                <a:latin typeface="Luxi Mono" panose="02060609050000000000" pitchFamily="49" charset="0"/>
              </a:rPr>
              <a:t>Admin IT</a:t>
            </a:r>
            <a:endParaRPr lang="fr-MA" sz="1300">
              <a:latin typeface="Luxi Mono" panose="02060609050000000000" pitchFamily="49" charset="0"/>
            </a:endParaRPr>
          </a:p>
        </p:txBody>
      </p:sp>
      <p:sp>
        <p:nvSpPr>
          <p:cNvPr id="421" name="Ellipse 420"/>
          <p:cNvSpPr/>
          <p:nvPr/>
        </p:nvSpPr>
        <p:spPr>
          <a:xfrm>
            <a:off x="9206988" y="776798"/>
            <a:ext cx="1156444" cy="818255"/>
          </a:xfrm>
          <a:prstGeom prst="ellipse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000" smtClean="0">
                <a:solidFill>
                  <a:schemeClr val="tx1"/>
                </a:solidFill>
              </a:rPr>
              <a:t>Gérer les  paiments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422" name="Ellipse 421"/>
          <p:cNvSpPr/>
          <p:nvPr/>
        </p:nvSpPr>
        <p:spPr>
          <a:xfrm>
            <a:off x="11336255" y="185058"/>
            <a:ext cx="1160545" cy="800625"/>
          </a:xfrm>
          <a:prstGeom prst="ellipse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000" smtClean="0">
                <a:solidFill>
                  <a:schemeClr val="tx1"/>
                </a:solidFill>
              </a:rPr>
              <a:t>Modifier le Statut des paiements</a:t>
            </a:r>
            <a:endParaRPr sz="1000">
              <a:solidFill>
                <a:schemeClr val="tx1"/>
              </a:solidFill>
            </a:endParaRPr>
          </a:p>
        </p:txBody>
      </p:sp>
      <p:cxnSp>
        <p:nvCxnSpPr>
          <p:cNvPr id="424" name="Straight Arrow Connector 59">
            <a:extLst>
              <a:ext uri="{FF2B5EF4-FFF2-40B4-BE49-F238E27FC236}">
                <a16:creationId xmlns:a16="http://schemas.microsoft.com/office/drawing/2014/main" xmlns="" id="{3B70811F-12F7-8EEC-C2CB-D5F1049F70F2}"/>
              </a:ext>
            </a:extLst>
          </p:cNvPr>
          <p:cNvCxnSpPr>
            <a:stCxn id="422" idx="2"/>
            <a:endCxn id="421" idx="7"/>
          </p:cNvCxnSpPr>
          <p:nvPr/>
        </p:nvCxnSpPr>
        <p:spPr>
          <a:xfrm flipH="1">
            <a:off x="10194075" y="585371"/>
            <a:ext cx="1142180" cy="31125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1" name="TextBox 61">
            <a:extLst>
              <a:ext uri="{FF2B5EF4-FFF2-40B4-BE49-F238E27FC236}">
                <a16:creationId xmlns:a16="http://schemas.microsoft.com/office/drawing/2014/main" xmlns="" id="{8FD19F10-3991-77A6-680D-CBACB6E6387F}"/>
              </a:ext>
            </a:extLst>
          </p:cNvPr>
          <p:cNvSpPr txBox="1"/>
          <p:nvPr/>
        </p:nvSpPr>
        <p:spPr>
          <a:xfrm>
            <a:off x="10363432" y="676771"/>
            <a:ext cx="735602" cy="2000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" smtClean="0">
                <a:highlight>
                  <a:srgbClr val="C0C0C0"/>
                </a:highlight>
                <a:latin typeface="Annotation Mono Light" pitchFamily="1" charset="0"/>
                <a:ea typeface="IBM 3270" panose="02000509000000000000" pitchFamily="49" charset="0"/>
                <a:cs typeface="IBM 3270" panose="02000509000000000000" pitchFamily="49" charset="0"/>
              </a:rPr>
              <a:t>&lt;&lt;extend&gt;&gt;</a:t>
            </a:r>
            <a:endParaRPr lang="en-US" sz="700">
              <a:highlight>
                <a:srgbClr val="C0C0C0"/>
              </a:highlight>
              <a:latin typeface="Annotation Mono Light" pitchFamily="1" charset="0"/>
              <a:ea typeface="IBM 3270" panose="02000509000000000000" pitchFamily="49" charset="0"/>
              <a:cs typeface="IBM 3270" panose="02000509000000000000" pitchFamily="49" charset="0"/>
            </a:endParaRPr>
          </a:p>
        </p:txBody>
      </p:sp>
      <p:cxnSp>
        <p:nvCxnSpPr>
          <p:cNvPr id="436" name="Straight Arrow Connector 30">
            <a:extLst>
              <a:ext uri="{FF2B5EF4-FFF2-40B4-BE49-F238E27FC236}">
                <a16:creationId xmlns:a16="http://schemas.microsoft.com/office/drawing/2014/main" xmlns="" id="{CFD7B907-FC2A-031C-160A-AF1E57D3BEC3}"/>
              </a:ext>
            </a:extLst>
          </p:cNvPr>
          <p:cNvCxnSpPr>
            <a:cxnSpLocks/>
            <a:endCxn id="421" idx="5"/>
          </p:cNvCxnSpPr>
          <p:nvPr/>
        </p:nvCxnSpPr>
        <p:spPr>
          <a:xfrm flipH="1" flipV="1">
            <a:off x="10194075" y="1475222"/>
            <a:ext cx="1882290" cy="1428802"/>
          </a:xfrm>
          <a:prstGeom prst="straightConnector1">
            <a:avLst/>
          </a:prstGeom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0" name="Straight Arrow Connector 59">
            <a:extLst>
              <a:ext uri="{FF2B5EF4-FFF2-40B4-BE49-F238E27FC236}">
                <a16:creationId xmlns:a16="http://schemas.microsoft.com/office/drawing/2014/main" xmlns="" id="{3B70811F-12F7-8EEC-C2CB-D5F1049F70F2}"/>
              </a:ext>
            </a:extLst>
          </p:cNvPr>
          <p:cNvCxnSpPr/>
          <p:nvPr/>
        </p:nvCxnSpPr>
        <p:spPr>
          <a:xfrm flipH="1">
            <a:off x="8153400" y="1463691"/>
            <a:ext cx="1076060" cy="965214"/>
          </a:xfrm>
          <a:prstGeom prst="straightConnector1">
            <a:avLst/>
          </a:prstGeom>
          <a:ln w="9525" cap="sq" cmpd="sng" algn="ctr">
            <a:solidFill>
              <a:schemeClr val="accent1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3" name="TextBox 61">
            <a:extLst>
              <a:ext uri="{FF2B5EF4-FFF2-40B4-BE49-F238E27FC236}">
                <a16:creationId xmlns:a16="http://schemas.microsoft.com/office/drawing/2014/main" xmlns="" id="{8FD19F10-3991-77A6-680D-CBACB6E6387F}"/>
              </a:ext>
            </a:extLst>
          </p:cNvPr>
          <p:cNvSpPr txBox="1"/>
          <p:nvPr/>
        </p:nvSpPr>
        <p:spPr>
          <a:xfrm>
            <a:off x="8365599" y="1872216"/>
            <a:ext cx="735602" cy="2000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" smtClean="0">
                <a:highlight>
                  <a:srgbClr val="C0C0C0"/>
                </a:highlight>
                <a:latin typeface="Annotation Mono Light" pitchFamily="1" charset="0"/>
                <a:ea typeface="IBM 3270" panose="02000509000000000000" pitchFamily="49" charset="0"/>
                <a:cs typeface="IBM 3270" panose="02000509000000000000" pitchFamily="49" charset="0"/>
              </a:rPr>
              <a:t>&lt;&lt;include&gt;&gt;</a:t>
            </a:r>
            <a:endParaRPr lang="en-US" sz="700">
              <a:highlight>
                <a:srgbClr val="C0C0C0"/>
              </a:highlight>
              <a:latin typeface="Annotation Mono Light" pitchFamily="1" charset="0"/>
              <a:ea typeface="IBM 3270" panose="02000509000000000000" pitchFamily="49" charset="0"/>
              <a:cs typeface="IBM 3270" panose="02000509000000000000" pitchFamily="49" charset="0"/>
            </a:endParaRPr>
          </a:p>
        </p:txBody>
      </p:sp>
      <p:sp>
        <p:nvSpPr>
          <p:cNvPr id="44" name="Ellipse 43"/>
          <p:cNvSpPr/>
          <p:nvPr/>
        </p:nvSpPr>
        <p:spPr>
          <a:xfrm>
            <a:off x="7806721" y="3999876"/>
            <a:ext cx="1050281" cy="527284"/>
          </a:xfrm>
          <a:prstGeom prst="ellipse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Calibri"/>
              </a:defRPr>
            </a:pPr>
            <a:r>
              <a:rPr lang="en-US" sz="1000" smtClean="0">
                <a:solidFill>
                  <a:schemeClr val="tx1"/>
                </a:solidFill>
              </a:rPr>
              <a:t>Modifier</a:t>
            </a:r>
            <a:endParaRPr sz="1000">
              <a:solidFill>
                <a:schemeClr val="tx1"/>
              </a:solidFill>
            </a:endParaRPr>
          </a:p>
        </p:txBody>
      </p:sp>
      <p:cxnSp>
        <p:nvCxnSpPr>
          <p:cNvPr id="45" name="Straight Arrow Connector 59">
            <a:extLst>
              <a:ext uri="{FF2B5EF4-FFF2-40B4-BE49-F238E27FC236}">
                <a16:creationId xmlns:a16="http://schemas.microsoft.com/office/drawing/2014/main" xmlns="" id="{3B70811F-12F7-8EEC-C2CB-D5F1049F70F2}"/>
              </a:ext>
            </a:extLst>
          </p:cNvPr>
          <p:cNvCxnSpPr>
            <a:stCxn id="44" idx="6"/>
          </p:cNvCxnSpPr>
          <p:nvPr/>
        </p:nvCxnSpPr>
        <p:spPr>
          <a:xfrm flipV="1">
            <a:off x="8857002" y="4209565"/>
            <a:ext cx="981784" cy="5395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68">
            <a:extLst>
              <a:ext uri="{FF2B5EF4-FFF2-40B4-BE49-F238E27FC236}">
                <a16:creationId xmlns:a16="http://schemas.microsoft.com/office/drawing/2014/main" xmlns="" id="{3B24889A-1688-4A78-E477-36693C07584F}"/>
              </a:ext>
            </a:extLst>
          </p:cNvPr>
          <p:cNvSpPr txBox="1"/>
          <p:nvPr/>
        </p:nvSpPr>
        <p:spPr>
          <a:xfrm>
            <a:off x="8980093" y="4163490"/>
            <a:ext cx="735602" cy="2000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">
                <a:highlight>
                  <a:srgbClr val="C0C0C0"/>
                </a:highlight>
                <a:latin typeface="Annotation Mono Light" pitchFamily="1" charset="0"/>
                <a:ea typeface="IBM 3270" panose="02000509000000000000" pitchFamily="49" charset="0"/>
                <a:cs typeface="IBM 3270" panose="02000509000000000000" pitchFamily="49" charset="0"/>
              </a:rPr>
              <a:t>&lt;&lt;extend&gt;&gt;</a:t>
            </a:r>
          </a:p>
        </p:txBody>
      </p:sp>
    </p:spTree>
    <p:extLst>
      <p:ext uri="{BB962C8B-B14F-4D97-AF65-F5344CB8AC3E}">
        <p14:creationId xmlns:p14="http://schemas.microsoft.com/office/powerpoint/2010/main" val="206664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6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6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6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6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6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6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6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" grpId="0" animBg="1"/>
      <p:bldP spid="352" grpId="0" animBg="1"/>
      <p:bldP spid="354" grpId="0" animBg="1"/>
      <p:bldP spid="355" grpId="0" animBg="1"/>
      <p:bldP spid="362" grpId="0"/>
      <p:bldP spid="363" grpId="0"/>
      <p:bldP spid="364" grpId="0"/>
      <p:bldP spid="376" grpId="0" animBg="1"/>
      <p:bldP spid="377" grpId="0" animBg="1"/>
      <p:bldP spid="382" grpId="0" animBg="1"/>
      <p:bldP spid="384" grpId="0" animBg="1"/>
      <p:bldP spid="386" grpId="0" animBg="1"/>
      <p:bldP spid="388" grpId="0" animBg="1"/>
      <p:bldP spid="389" grpId="0" animBg="1"/>
      <p:bldP spid="390" grpId="0" animBg="1"/>
      <p:bldP spid="393" grpId="0" animBg="1"/>
      <p:bldP spid="394" grpId="0"/>
      <p:bldP spid="421" grpId="0" animBg="1"/>
      <p:bldP spid="422" grpId="0" animBg="1"/>
      <p:bldP spid="431" grpId="0" animBg="1"/>
      <p:bldP spid="473" grpId="0" animBg="1"/>
      <p:bldP spid="44" grpId="0" animBg="1"/>
      <p:bldP spid="49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71</Words>
  <Application>Microsoft Office PowerPoint</Application>
  <PresentationFormat>Personnalisé</PresentationFormat>
  <Paragraphs>25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Atlas Playbook v0.4.1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Amrani</dc:creator>
  <cp:lastModifiedBy>Amrani</cp:lastModifiedBy>
  <cp:revision>9</cp:revision>
  <dcterms:created xsi:type="dcterms:W3CDTF">2026-02-05T13:41:41Z</dcterms:created>
  <dcterms:modified xsi:type="dcterms:W3CDTF">2026-02-06T15:17:30Z</dcterms:modified>
</cp:coreProperties>
</file>